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Name</a:t>
            </a:r>
          </a:p>
          <a:p>
            <a:r>
              <a:t>Hackathon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problem we are solving</a:t>
            </a:r>
          </a:p>
          <a:p>
            <a:r>
              <a:t>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proposed solution</a:t>
            </a:r>
          </a:p>
          <a:p>
            <a:r>
              <a:t>How it 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Flow /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UI → Features → Database</a:t>
            </a:r>
          </a:p>
          <a:p>
            <a:r>
              <a:t>Admin → Dashboard →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</a:t>
            </a:r>
          </a:p>
          <a:p>
            <a:r>
              <a:t>Feature Pages</a:t>
            </a:r>
          </a:p>
          <a:p>
            <a:r>
              <a:t>Admin Panel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  <a:p>
            <a:r>
              <a:t>PHP, MySQL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r>
              <a:t>Future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